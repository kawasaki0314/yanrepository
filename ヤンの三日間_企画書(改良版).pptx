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435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562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55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078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257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067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2800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534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99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6898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23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4563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9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190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221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631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90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16B3662-2DDF-48DA-BEA1-CA8CDB9A6C3C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EF794-FD1E-4DCE-9CC8-41ABB70A90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172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C978AFA-0BAC-04F3-668E-0A763BB0C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35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898909C-275F-D2A9-0E95-2EBE571A7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700" y="1460436"/>
            <a:ext cx="5707663" cy="1348381"/>
          </a:xfrm>
        </p:spPr>
        <p:txBody>
          <a:bodyPr/>
          <a:lstStyle/>
          <a:p>
            <a:r>
              <a:rPr kumimoji="1" lang="ja-JP" altLang="en-US" dirty="0">
                <a:highlight>
                  <a:srgbClr val="808080"/>
                </a:highlight>
              </a:rPr>
              <a:t>ヤンの三日間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14B942-8061-4C8A-19FA-8656DCEEC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6989" y="4868653"/>
            <a:ext cx="10555011" cy="861420"/>
          </a:xfrm>
        </p:spPr>
        <p:txBody>
          <a:bodyPr>
            <a:noAutofit/>
          </a:bodyPr>
          <a:lstStyle/>
          <a:p>
            <a:r>
              <a:rPr kumimoji="1" lang="ja-JP" altLang="en-US" sz="5400" dirty="0">
                <a:highlight>
                  <a:srgbClr val="808080"/>
                </a:highlight>
              </a:rPr>
              <a:t>チームメンバー</a:t>
            </a:r>
            <a:endParaRPr kumimoji="1" lang="en-US" altLang="ja-JP" sz="5400" dirty="0">
              <a:highlight>
                <a:srgbClr val="808080"/>
              </a:highlight>
            </a:endParaRPr>
          </a:p>
          <a:p>
            <a:r>
              <a:rPr kumimoji="1" lang="ja-JP" altLang="en-US" sz="5400" dirty="0">
                <a:highlight>
                  <a:srgbClr val="808080"/>
                </a:highlight>
              </a:rPr>
              <a:t>　山下　平山　連城　軸薗　川﨑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0BB39E5B-80B4-C828-A58E-6A8877345236}"/>
              </a:ext>
            </a:extLst>
          </p:cNvPr>
          <p:cNvSpPr txBox="1">
            <a:spLocks/>
          </p:cNvSpPr>
          <p:nvPr/>
        </p:nvSpPr>
        <p:spPr>
          <a:xfrm>
            <a:off x="480700" y="508000"/>
            <a:ext cx="4469991" cy="9524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sz="4800" dirty="0">
                <a:highlight>
                  <a:srgbClr val="808080"/>
                </a:highlight>
              </a:rPr>
              <a:t>ゲームタイトル</a:t>
            </a:r>
          </a:p>
        </p:txBody>
      </p:sp>
    </p:spTree>
    <p:extLst>
      <p:ext uri="{BB962C8B-B14F-4D97-AF65-F5344CB8AC3E}">
        <p14:creationId xmlns:p14="http://schemas.microsoft.com/office/powerpoint/2010/main" val="63056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1162CF8-8D53-BACC-3B09-3BAFD2F80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35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BE472AD-0F16-0126-5275-5E3F91AF2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5400" dirty="0">
                <a:highlight>
                  <a:srgbClr val="008000"/>
                </a:highlight>
              </a:rPr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A87E51-011E-7C3D-FD50-CC8FCAC1C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327" y="3111591"/>
            <a:ext cx="12192000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8000" dirty="0">
                <a:solidFill>
                  <a:srgbClr val="FFFF00"/>
                </a:solidFill>
                <a:highlight>
                  <a:srgbClr val="000080"/>
                </a:highlight>
              </a:rPr>
              <a:t>身動きができないスリル</a:t>
            </a:r>
            <a:endParaRPr kumimoji="1" lang="en-US" altLang="ja-JP" sz="8000" dirty="0">
              <a:solidFill>
                <a:srgbClr val="FFFF00"/>
              </a:solidFill>
              <a:highlight>
                <a:srgbClr val="000080"/>
              </a:highlight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3327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BAB72-DBF6-8737-4B60-FE175877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C28068E-6DD6-E8FE-D7CE-2B4CC9FFD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35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FDAFA6F-3989-8058-D785-0DE300D9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0" y="739045"/>
            <a:ext cx="9404723" cy="1400530"/>
          </a:xfrm>
        </p:spPr>
        <p:txBody>
          <a:bodyPr/>
          <a:lstStyle/>
          <a:p>
            <a:r>
              <a:rPr kumimoji="1" lang="ja-JP" altLang="en-US" sz="54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8080"/>
                </a:highlight>
              </a:rPr>
              <a:t>仕様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8933514-1F06-0DBA-B505-C76E319844B6}"/>
              </a:ext>
            </a:extLst>
          </p:cNvPr>
          <p:cNvSpPr/>
          <p:nvPr/>
        </p:nvSpPr>
        <p:spPr>
          <a:xfrm>
            <a:off x="673820" y="2139575"/>
            <a:ext cx="10363200" cy="422101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ja-JP" dirty="0"/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三日間生きながらえて救助を待つ。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耐えて救助されたらクリア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三日間耐えられず死んでしまったらゲームオーバー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敵から攻撃を受けないように倒していく。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カメラは一人称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プレイヤーの攻撃は銃（無制限）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左上に現在時刻が表示されており、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日付が変わると現在の日数が画面中央に表示される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6918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79834-0E03-5256-F579-E0EFE58F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44F69B3-41E5-2454-9FC8-03565D6FC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6"/>
            <a:ext cx="12192000" cy="685435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24F942-4D51-72B7-6EAA-12064E95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144" y="314172"/>
            <a:ext cx="9404723" cy="1400530"/>
          </a:xfrm>
        </p:spPr>
        <p:txBody>
          <a:bodyPr/>
          <a:lstStyle/>
          <a:p>
            <a:r>
              <a:rPr kumimoji="1" lang="ja-JP" altLang="en-US" sz="54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8080"/>
                </a:highlight>
              </a:rPr>
              <a:t>ゲーム画面（イメージ）</a:t>
            </a:r>
            <a:br>
              <a:rPr kumimoji="1" lang="en-US" altLang="ja-JP" sz="54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8080"/>
                </a:highlight>
              </a:rPr>
            </a:br>
            <a:endParaRPr kumimoji="1" lang="ja-JP" altLang="en-US" sz="5400" dirty="0">
              <a:solidFill>
                <a:schemeClr val="accent2">
                  <a:lumMod val="60000"/>
                  <a:lumOff val="40000"/>
                </a:schemeClr>
              </a:solidFill>
              <a:highlight>
                <a:srgbClr val="008080"/>
              </a:highlight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1F5988-D755-F0D8-9A1A-CE06D560E9B0}"/>
              </a:ext>
            </a:extLst>
          </p:cNvPr>
          <p:cNvSpPr txBox="1"/>
          <p:nvPr/>
        </p:nvSpPr>
        <p:spPr>
          <a:xfrm>
            <a:off x="203199" y="-488747"/>
            <a:ext cx="35929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0" dirty="0">
                <a:ln w="19050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lackadder ITC" panose="04020505051007020D02" pitchFamily="82" charset="0"/>
              </a:rPr>
              <a:t>12:32</a:t>
            </a:r>
            <a:endParaRPr kumimoji="1" lang="ja-JP" altLang="en-US" sz="12000" dirty="0">
              <a:ln w="190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lackadder ITC" panose="04020505051007020D02" pitchFamily="82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7F0E63-6ABF-0925-8F9F-B21E3F47D7DB}"/>
              </a:ext>
            </a:extLst>
          </p:cNvPr>
          <p:cNvSpPr txBox="1"/>
          <p:nvPr/>
        </p:nvSpPr>
        <p:spPr>
          <a:xfrm>
            <a:off x="2701635" y="2025228"/>
            <a:ext cx="901007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0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一日目</a:t>
            </a:r>
          </a:p>
        </p:txBody>
      </p:sp>
    </p:spTree>
    <p:extLst>
      <p:ext uri="{BB962C8B-B14F-4D97-AF65-F5344CB8AC3E}">
        <p14:creationId xmlns:p14="http://schemas.microsoft.com/office/powerpoint/2010/main" val="50606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B724-3830-D872-DCBB-14E64BF5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AA70461-A304-146C-98B8-80CB8493C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35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0563962-1DD7-5B11-11A1-4B0CABE7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0" y="739045"/>
            <a:ext cx="9404723" cy="1400530"/>
          </a:xfrm>
        </p:spPr>
        <p:txBody>
          <a:bodyPr/>
          <a:lstStyle/>
          <a:p>
            <a:r>
              <a:rPr kumimoji="1" lang="ja-JP" altLang="en-US" sz="54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8080"/>
                </a:highlight>
              </a:rPr>
              <a:t>プレイヤー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A04F159-5225-65C1-490C-69AB7D6E394C}"/>
              </a:ext>
            </a:extLst>
          </p:cNvPr>
          <p:cNvSpPr/>
          <p:nvPr/>
        </p:nvSpPr>
        <p:spPr>
          <a:xfrm>
            <a:off x="673820" y="2139575"/>
            <a:ext cx="10363200" cy="422101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ja-JP" dirty="0"/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プレイヤーは一人称視点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プレイヤーは移動することができず、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視点を操作するのみ。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遠くから敵が迫ってくるので、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マウス操作でピストルの照準を合わせて撃退する。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ja-JP" sz="3200" dirty="0">
                <a:solidFill>
                  <a:schemeClr val="accent1">
                    <a:lumMod val="75000"/>
                  </a:schemeClr>
                </a:solidFill>
              </a:rPr>
              <a:t>HP</a:t>
            </a:r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ゲージはなく、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敵に触られてしまうとゲームオーバーになる。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図 3" descr="スクリーンショット #29">
            <a:extLst>
              <a:ext uri="{FF2B5EF4-FFF2-40B4-BE49-F238E27FC236}">
                <a16:creationId xmlns:a16="http://schemas.microsoft.com/office/drawing/2014/main" id="{6B76BC51-A258-7D1B-85D2-012C37232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964" y="336559"/>
            <a:ext cx="4655128" cy="26185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2271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A246-776B-F91F-43FF-A3CCCA28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D0EDB74-59AF-F231-46CD-D1D08F13A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35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20C417E-BDCB-E7B8-FAB7-6A83BFE3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0" y="739045"/>
            <a:ext cx="9404723" cy="1400530"/>
          </a:xfrm>
        </p:spPr>
        <p:txBody>
          <a:bodyPr/>
          <a:lstStyle/>
          <a:p>
            <a:r>
              <a:rPr kumimoji="1" lang="ja-JP" altLang="en-US" sz="54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8080"/>
                </a:highlight>
              </a:rPr>
              <a:t>敵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0271408-D784-45C2-F82F-3855C4F80E17}"/>
              </a:ext>
            </a:extLst>
          </p:cNvPr>
          <p:cNvSpPr/>
          <p:nvPr/>
        </p:nvSpPr>
        <p:spPr>
          <a:xfrm>
            <a:off x="673820" y="2139575"/>
            <a:ext cx="10363200" cy="422101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ja-JP" dirty="0"/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プレイヤーから遠い場所に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スポーンし、プレイヤーに向かって移動してくる。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攻撃を当てると一撃で倒れる。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日数が経過するごとに敵の数が増え、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体力も上昇し一撃で倒せなくなってくる。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プレイヤーのところまでたどり着かせてしまうと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ゲームオーバーになる。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07581E2-FFF1-AD92-F2DD-073012C03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037" y="194099"/>
            <a:ext cx="4779818" cy="2687218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1702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F34E-00AF-C4C6-9A65-514BF694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FE3B2F6-5D17-8121-B681-4EAEE41F1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35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761CA41-5D61-78BF-E3C4-FD6221A9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0" y="739045"/>
            <a:ext cx="9404723" cy="1400530"/>
          </a:xfrm>
        </p:spPr>
        <p:txBody>
          <a:bodyPr/>
          <a:lstStyle/>
          <a:p>
            <a:r>
              <a:rPr kumimoji="1" lang="ja-JP" altLang="en-US" sz="54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8080"/>
                </a:highlight>
              </a:rPr>
              <a:t>ゲームサイクル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D1970D8-A2BA-96F7-E48B-8560FDB8FD40}"/>
              </a:ext>
            </a:extLst>
          </p:cNvPr>
          <p:cNvSpPr/>
          <p:nvPr/>
        </p:nvSpPr>
        <p:spPr>
          <a:xfrm>
            <a:off x="673820" y="2139575"/>
            <a:ext cx="10363200" cy="422101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ja-JP" dirty="0"/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迫ってくる敵を撃退し続け三日間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耐え凌ぐことができたらゲームクリアとなる。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（ゲーム内での一日は</a:t>
            </a:r>
            <a:r>
              <a:rPr lang="en-US" altLang="ja-JP" sz="3200" dirty="0">
                <a:solidFill>
                  <a:schemeClr val="accent1">
                    <a:lumMod val="75000"/>
                  </a:schemeClr>
                </a:solidFill>
              </a:rPr>
              <a:t>90</a:t>
            </a:r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秒）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敵に触れられるとゲームオーバーになってしまう。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ポーズ画面（オプション画面）を用意するが、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3200" dirty="0">
                <a:solidFill>
                  <a:schemeClr val="accent1">
                    <a:lumMod val="75000"/>
                  </a:schemeClr>
                </a:solidFill>
              </a:rPr>
              <a:t>セーブ機能などはない。</a:t>
            </a:r>
            <a:endParaRPr lang="en-US" altLang="ja-JP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84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オン">
  <a:themeElements>
    <a:clrScheme name="イオン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イオン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イオン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</TotalTime>
  <Words>248</Words>
  <Application>Microsoft Office PowerPoint</Application>
  <PresentationFormat>ワイド画面</PresentationFormat>
  <Paragraphs>45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HGS創英角ﾎﾟｯﾌﾟ体</vt:lpstr>
      <vt:lpstr>Blackadder ITC</vt:lpstr>
      <vt:lpstr>Century Gothic</vt:lpstr>
      <vt:lpstr>Wingdings 3</vt:lpstr>
      <vt:lpstr>イオン</vt:lpstr>
      <vt:lpstr>ヤンの三日間</vt:lpstr>
      <vt:lpstr>コンセプト</vt:lpstr>
      <vt:lpstr>仕様</vt:lpstr>
      <vt:lpstr>ゲーム画面（イメージ） </vt:lpstr>
      <vt:lpstr>プレイヤー</vt:lpstr>
      <vt:lpstr>敵</vt:lpstr>
      <vt:lpstr>ゲームサイクル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山下　成</dc:creator>
  <cp:lastModifiedBy>山下　成</cp:lastModifiedBy>
  <cp:revision>4</cp:revision>
  <dcterms:created xsi:type="dcterms:W3CDTF">2026-09-16T08:31:53Z</dcterms:created>
  <dcterms:modified xsi:type="dcterms:W3CDTF">2026-09-16T09:34:02Z</dcterms:modified>
</cp:coreProperties>
</file>