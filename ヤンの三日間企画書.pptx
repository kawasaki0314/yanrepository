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3E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AF58B1-206F-5C23-52FB-D90DDAA96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EF9E1F-0595-3661-D81E-42416F460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AE99BE-E07A-046E-44F2-702E3A18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DFB5F8-83DF-BE22-F16E-126CEBD4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56F055-3070-BA66-B1A5-4CF4CC69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72F38-32AD-7355-9B9C-13BEE669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339C73-E313-A99D-3FE3-05949DD9D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2C3C06-850E-D5FD-0971-25387C8A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277829-5D2B-7CAE-6730-3C336467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EC9C0B-8334-4FB4-0733-B97E5D94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3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05E186-1B5A-6A16-F3C7-94AB4D7A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AEBF2D-E9D1-DB25-8315-F2BD39879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A006D5-9F09-217B-309D-FEFED85A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F4E895-35BD-4D99-3F96-7F66C127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C91CDD-F9B6-91A5-D6C1-CA8FC39A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5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BAFE1-517E-9511-57C3-6091E2CE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F67115-078F-AC9B-6026-D0300A0F3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61699E-FFEB-B1A8-EC8A-182377E7C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02DE66-293E-097E-EADC-46207FA6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85C9E7-74C5-630F-046C-4FFBB656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6C456F-43BE-14D1-DC62-756F7D4E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602CA9-DEAA-397D-7C1E-1D87EF24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47884B-7F70-329C-15B8-E812135CE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890D6A-8326-AD8B-9C37-E155BD8A2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9518DA4-9CCB-4D5E-67C6-95EA6EDCC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3DC43C-3286-8F1B-97A9-EE852115E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4A8CDD-F193-FE13-DD01-DD56E883C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73C79E-2C56-37B8-E3B7-031B076C5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4F151E-6C9A-6687-92ED-4AE5ADA6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6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FC85E5-71D0-54D6-67EC-94C4822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FB77C6-2888-22B7-A5A9-F95F39185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207FCC6-9925-FCF7-C038-923C8AA3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EC1D9F6-09B8-EDC9-D16A-245F581F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6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189D7F-A272-2948-B04A-38AEB463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BCE9EB7-A188-96D3-707B-F3E5B50B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3CE0DA-012D-8C00-9675-B2CB6F57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9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F42C80-7574-64DF-0F78-549F0541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A7F4B4-6C36-24B9-8FFA-7D8A8E0FB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650C5B-B3D2-B86E-736F-0E0CE7925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F901B9-765A-6C5C-D949-3C138375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1F0621-521A-705A-8A97-D56C1EFE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E6A08E-8DE3-83EA-429D-D317E0DA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8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4FEF47-EAD8-AE18-C891-F279F613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7A1459D-F5B8-FDE4-DF3F-3FCFEE6B5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AEDEAF-B56E-2017-FCD0-41DE8A10C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72BB25-FAD8-6045-015A-A0B7891B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A15113-E24D-1EDC-EB6C-55FEB3B9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25EDCA-512E-A822-CAFA-9212FF27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7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2AC06-65BD-5980-CA2F-F6066DEA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8BF9D1-800D-DF73-9DDF-CFD682C90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F30084-8A4A-DBC4-5C34-C4FF1B71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084034-AD56-D6C0-EAF7-F9912397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0640C7-1174-FBFE-70C9-19DF2FC4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7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2F6E6D6-4B77-CE58-ACCB-18473EC7A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5C2993-4F78-496A-6F22-5A775B0B9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B31662-7148-5998-E8E0-A621EE0EE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440BFA-977F-0DFE-1F57-F25B249B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08758E-5F2D-DAC7-7C3B-CD8B07AC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0D97A4-B26C-D771-0835-5406F7459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FFB42C-41B7-FDCB-B93C-A00D823E4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432EEC-7613-426C-FA55-D1EE8760F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09A1F-48C6-4CA3-A75D-2ABD9F98254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292220-BB68-A7F7-8E36-1B1620069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9974CC-6255-B560-F852-F01D3A8FF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703A2-0345-4E03-BC23-17F91BB75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5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C691C-2CC7-F3D3-CFA4-60414C3E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ヤン</a:t>
            </a:r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099744-AC58-49FB-7B40-676405E8B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334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dirty="0"/>
              <a:t>チームメンバー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山下成　平山光羽　川﨑竜之介　軸薗洸允　連城陸史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05041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753A1B-498B-50B9-29EE-4C4CCE5F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dirty="0"/>
              <a:t>ゲーム名</a:t>
            </a:r>
            <a:r>
              <a:rPr lang="en-US" altLang="ja-JP" dirty="0"/>
              <a:t>:</a:t>
            </a:r>
            <a:r>
              <a:rPr lang="ja-JP" altLang="en-US" dirty="0"/>
              <a:t>ヤンの三日間</a:t>
            </a:r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CA4926-E03B-9B14-9800-FAFD4C0E9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78"/>
            <a:ext cx="10515600" cy="52778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 algn="ctr">
              <a:buNone/>
            </a:pPr>
            <a:endParaRPr lang="en-US" altLang="ja-JP" sz="4000" dirty="0"/>
          </a:p>
          <a:p>
            <a:pPr marL="0" indent="0" algn="ctr">
              <a:buNone/>
            </a:pPr>
            <a:r>
              <a:rPr lang="ja-JP" altLang="en-US" sz="4000" dirty="0"/>
              <a:t>ジャンル：</a:t>
            </a:r>
            <a:r>
              <a:rPr lang="en-US" sz="4000" dirty="0"/>
              <a:t>3D</a:t>
            </a:r>
            <a:r>
              <a:rPr lang="ja-JP" altLang="en-US" sz="4000" dirty="0"/>
              <a:t>タワーディフェンス</a:t>
            </a:r>
            <a:endParaRPr lang="en-US" altLang="ja-JP" sz="4000" dirty="0"/>
          </a:p>
          <a:p>
            <a:pPr marL="0" indent="0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sz="4000" dirty="0"/>
              <a:t>プラットフォーム：</a:t>
            </a:r>
            <a:r>
              <a:rPr lang="en-US" altLang="ja-JP" sz="4000" dirty="0"/>
              <a:t>PC</a:t>
            </a:r>
          </a:p>
          <a:p>
            <a:pPr marL="0" indent="0" algn="ctr">
              <a:buNone/>
            </a:pPr>
            <a:endParaRPr lang="en-US" altLang="ja-JP" sz="4000" dirty="0"/>
          </a:p>
          <a:p>
            <a:pPr marL="0" indent="0" algn="ctr">
              <a:buNone/>
            </a:pPr>
            <a:r>
              <a:rPr lang="ja-JP" altLang="en-US" sz="4000" dirty="0"/>
              <a:t>ゲームエンジン：</a:t>
            </a:r>
            <a:r>
              <a:rPr lang="en-US" altLang="ja-JP" sz="4000" dirty="0"/>
              <a:t>Unity</a:t>
            </a:r>
          </a:p>
        </p:txBody>
      </p:sp>
    </p:spTree>
    <p:extLst>
      <p:ext uri="{BB962C8B-B14F-4D97-AF65-F5344CB8AC3E}">
        <p14:creationId xmlns:p14="http://schemas.microsoft.com/office/powerpoint/2010/main" val="224042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FB9634-0E07-0CC3-7252-30577897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78CBFF-5809-1383-C7FF-ABA814A4E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5074"/>
            <a:ext cx="10515600" cy="14919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kumimoji="1" lang="ja-JP" altLang="en-US" sz="9600" dirty="0">
                <a:solidFill>
                  <a:srgbClr val="FF0000"/>
                </a:solidFill>
              </a:rPr>
              <a:t>緊張感</a:t>
            </a:r>
            <a:r>
              <a:rPr kumimoji="1" lang="ja-JP" altLang="en-US" sz="6600" dirty="0"/>
              <a:t>と</a:t>
            </a:r>
            <a:r>
              <a:rPr kumimoji="1" lang="ja-JP" altLang="en-US" sz="9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達成感</a:t>
            </a:r>
          </a:p>
        </p:txBody>
      </p:sp>
    </p:spTree>
    <p:extLst>
      <p:ext uri="{BB962C8B-B14F-4D97-AF65-F5344CB8AC3E}">
        <p14:creationId xmlns:p14="http://schemas.microsoft.com/office/powerpoint/2010/main" val="159834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3853A-3E00-E524-2E3E-8CA562B6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C72B4E-DEE9-AE0B-EE4B-DB154B76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</a:t>
            </a:r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691BA5-6538-4075-7663-30B5CFCD3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78"/>
            <a:ext cx="10515600" cy="52778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砂漠の真ん中に埋まっている男「ヤン」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ヤンを襲おうとする敵を倒し、救助が来るまでの三日間耐える。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「埋まっているヤン編」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プレイヤーは埋まった状態でカメラ方向だけ移動可能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(</a:t>
            </a:r>
            <a:r>
              <a:rPr lang="ja-JP" altLang="en-US" dirty="0"/>
              <a:t>後々時間に余裕がある場合「出てるヤン編を制作する」。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253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A2783C-1E6B-F1FF-413B-958768C9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255"/>
            <a:ext cx="10515600" cy="56154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三日間生きながらえて救助を待つ、耐えて救助されたらクリア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三日間耐えられず死んでしまったらゲームオーバー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敵から攻撃を受けないように倒していく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カメラは一人称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プレイヤーの攻撃は銃（弾数は無制限）</a:t>
            </a:r>
            <a:endParaRPr lang="en-US" altLang="ja-JP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0351E75-4E68-8F42-730F-9E9196EA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仕様</a:t>
            </a:r>
          </a:p>
        </p:txBody>
      </p:sp>
      <p:pic>
        <p:nvPicPr>
          <p:cNvPr id="2" name="図 1" descr="スクリーンショット #29">
            <a:extLst>
              <a:ext uri="{FF2B5EF4-FFF2-40B4-BE49-F238E27FC236}">
                <a16:creationId xmlns:a16="http://schemas.microsoft.com/office/drawing/2014/main" id="{BCFAD933-1487-420B-D0A2-19F9A0969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436" y="3587750"/>
            <a:ext cx="43688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8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134</Words>
  <Application>Microsoft Office PowerPoint</Application>
  <PresentationFormat>ワイド画面</PresentationFormat>
  <Paragraphs>30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テーマ</vt:lpstr>
      <vt:lpstr>ヤン</vt:lpstr>
      <vt:lpstr>ゲーム名:ヤンの三日間</vt:lpstr>
      <vt:lpstr>コンセプト</vt:lpstr>
      <vt:lpstr>ゲーム</vt:lpstr>
      <vt:lpstr>仕様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平山　光羽</dc:creator>
  <cp:lastModifiedBy>山下　成</cp:lastModifiedBy>
  <cp:revision>4</cp:revision>
  <dcterms:created xsi:type="dcterms:W3CDTF">2026-09-08T08:17:37Z</dcterms:created>
  <dcterms:modified xsi:type="dcterms:W3CDTF">2026-09-15T09:53:35Z</dcterms:modified>
</cp:coreProperties>
</file>