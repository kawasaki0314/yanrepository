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2" r:id="rId4"/>
    <p:sldId id="261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F3E0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AF58B1-206F-5C23-52FB-D90DDAA965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7EF9E1F-0595-3661-D81E-42416F460B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AE99BE-E07A-046E-44F2-702E3A18C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DFB5F8-83DF-BE22-F16E-126CEBD4F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56F055-3070-BA66-B1A5-4CF4CC693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281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472F38-32AD-7355-9B9C-13BEE6699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0339C73-E313-A99D-3FE3-05949DD9D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2C3C06-850E-D5FD-0971-25387C8A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277829-5D2B-7CAE-6730-3C3364678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EC9C0B-8334-4FB4-0733-B97E5D942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837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05E186-1B5A-6A16-F3C7-94AB4D7A6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7AEBF2D-E9D1-DB25-8315-F2BD39879D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4A006D5-9F09-217B-309D-FEFED85A1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F4E895-35BD-4D99-3F96-7F66C127C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4C91CDD-F9B6-91A5-D6C1-CA8FC39A0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5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ABAFE1-517E-9511-57C3-6091E2CE2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DF67115-078F-AC9B-6026-D0300A0F3D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C61699E-FFEB-B1A8-EC8A-182377E7C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02DE66-293E-097E-EADC-46207FA6C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85C9E7-74C5-630F-046C-4FFBB6560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06C456F-43BE-14D1-DC62-756F7D4E7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079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602CA9-DEAA-397D-7C1E-1D87EF241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47884B-7F70-329C-15B8-E812135CE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E890D6A-8326-AD8B-9C37-E155BD8A21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9518DA4-9CCB-4D5E-67C6-95EA6EDCC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B3DC43C-3286-8F1B-97A9-EE852115E3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64A8CDD-F193-FE13-DD01-DD56E883C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A73C79E-2C56-37B8-E3B7-031B076C5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14F151E-6C9A-6687-92ED-4AE5ADA6F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46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FC85E5-71D0-54D6-67EC-94C48221D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2FB77C6-2888-22B7-A5A9-F95F39185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207FCC6-9925-FCF7-C038-923C8AA39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EC1D9F6-09B8-EDC9-D16A-245F581FB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364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C189D7F-A272-2948-B04A-38AEB4632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BCE9EB7-A188-96D3-707B-F3E5B50BD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3CE0DA-012D-8C00-9675-B2CB6F570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696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F42C80-7574-64DF-0F78-549F0541E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A7F4B4-6C36-24B9-8FFA-7D8A8E0FB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F650C5B-B3D2-B86E-736F-0E0CE7925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BF901B9-765A-6C5C-D949-3C138375F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81F0621-521A-705A-8A97-D56C1EFE0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1E6A08E-8DE3-83EA-429D-D317E0DA0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185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4FEF47-EAD8-AE18-C891-F279F6137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7A1459D-F5B8-FDE4-DF3F-3FCFEE6B53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0AEDEAF-B56E-2017-FCD0-41DE8A10C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672BB25-FAD8-6045-015A-A0B7891BB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2A15113-E24D-1EDC-EB6C-55FEB3B9C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325EDCA-512E-A822-CAFA-9212FF27A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273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72AC06-65BD-5980-CA2F-F6066DEAD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8BF9D1-800D-DF73-9DDF-CFD682C90E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F30084-8A4A-DBC4-5C34-C4FF1B712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084034-AD56-D6C0-EAF7-F99123979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0640C7-1174-FBFE-70C9-19DF2FC4A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1756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2F6E6D6-4B77-CE58-ACCB-18473EC7AA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95C2993-4F78-496A-6F22-5A775B0B98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EB31662-7148-5998-E8E0-A621EE0EE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440BFA-977F-0DFE-1F57-F25B249B3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308758E-5F2D-DAC7-7C3B-CD8B07ACE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019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00D97A4-B26C-D771-0835-5406F7459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FFB42C-41B7-FDCB-B93C-A00D823E47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432EEC-7613-426C-FA55-D1EE8760F8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09A1F-48C6-4CA3-A75D-2ABD9F98254B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292220-BB68-A7F7-8E36-1B1620069C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9974CC-6255-B560-F852-F01D3A8FF2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956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BC691C-2CC7-F3D3-CFA4-60414C3E4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ヤン</a:t>
            </a:r>
            <a:endParaRPr 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A099744-AC58-49FB-7B40-676405E8B5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3334"/>
            <a:ext cx="10515600" cy="1325563"/>
          </a:xfrm>
        </p:spPr>
        <p:txBody>
          <a:bodyPr>
            <a:normAutofit/>
          </a:bodyPr>
          <a:lstStyle/>
          <a:p>
            <a:r>
              <a:rPr lang="ja-JP" altLang="en-US" dirty="0"/>
              <a:t>チームメンバー</a:t>
            </a:r>
            <a:endParaRPr lang="en-US" altLang="ja-JP" dirty="0"/>
          </a:p>
          <a:p>
            <a:pPr marL="0" indent="0" algn="ctr">
              <a:buNone/>
            </a:pPr>
            <a:r>
              <a:rPr lang="ja-JP" altLang="en-US" dirty="0"/>
              <a:t>山下成　平山光羽　川﨑竜之介　軸薗洸允　連城陸史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605041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753A1B-498B-50B9-29EE-4C4CCE5F4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ja-JP" altLang="en-US" dirty="0"/>
              <a:t>ゲーム名</a:t>
            </a:r>
            <a:r>
              <a:rPr lang="en-US" altLang="ja-JP" dirty="0"/>
              <a:t>:</a:t>
            </a:r>
            <a:r>
              <a:rPr lang="ja-JP" altLang="en-US" dirty="0"/>
              <a:t>ヤンの三日間</a:t>
            </a:r>
            <a:endParaRPr 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CA4926-E03B-9B14-9800-FAFD4C0E9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3578"/>
            <a:ext cx="10515600" cy="527785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ja-JP" dirty="0"/>
          </a:p>
          <a:p>
            <a:pPr marL="0" indent="0" algn="ctr">
              <a:buNone/>
            </a:pPr>
            <a:endParaRPr lang="en-US" altLang="ja-JP" sz="4000" dirty="0"/>
          </a:p>
          <a:p>
            <a:pPr marL="0" indent="0" algn="ctr">
              <a:buNone/>
            </a:pPr>
            <a:r>
              <a:rPr lang="ja-JP" altLang="en-US" sz="4000" dirty="0"/>
              <a:t>ジャンル：</a:t>
            </a:r>
            <a:r>
              <a:rPr lang="en-US" sz="4000" dirty="0"/>
              <a:t>3D</a:t>
            </a:r>
            <a:r>
              <a:rPr lang="ja-JP" altLang="en-US" sz="4000" dirty="0"/>
              <a:t>タワーディフェンス</a:t>
            </a:r>
            <a:endParaRPr lang="en-US" altLang="ja-JP" sz="4000" dirty="0"/>
          </a:p>
          <a:p>
            <a:pPr marL="0" indent="0">
              <a:buNone/>
            </a:pPr>
            <a:endParaRPr lang="en-US" altLang="ja-JP" dirty="0"/>
          </a:p>
          <a:p>
            <a:pPr marL="0" indent="0" algn="ctr">
              <a:buNone/>
            </a:pPr>
            <a:r>
              <a:rPr lang="ja-JP" altLang="en-US" sz="4000" dirty="0"/>
              <a:t>プラットフォーム：</a:t>
            </a:r>
            <a:r>
              <a:rPr lang="en-US" altLang="ja-JP" sz="4000" dirty="0"/>
              <a:t>PC</a:t>
            </a:r>
          </a:p>
          <a:p>
            <a:pPr marL="0" indent="0" algn="ctr">
              <a:buNone/>
            </a:pPr>
            <a:endParaRPr lang="en-US" altLang="ja-JP" sz="4000" dirty="0"/>
          </a:p>
          <a:p>
            <a:pPr marL="0" indent="0" algn="ctr">
              <a:buNone/>
            </a:pPr>
            <a:r>
              <a:rPr lang="ja-JP" altLang="en-US" sz="4000" dirty="0"/>
              <a:t>ゲームエンジン：</a:t>
            </a:r>
            <a:r>
              <a:rPr lang="en-US" altLang="ja-JP" sz="4000" dirty="0"/>
              <a:t>Unity</a:t>
            </a:r>
          </a:p>
        </p:txBody>
      </p:sp>
    </p:spTree>
    <p:extLst>
      <p:ext uri="{BB962C8B-B14F-4D97-AF65-F5344CB8AC3E}">
        <p14:creationId xmlns:p14="http://schemas.microsoft.com/office/powerpoint/2010/main" val="2240428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FB9634-0E07-0CC3-7252-30577897B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ja-JP" altLang="en-US" dirty="0"/>
              <a:t>コンセプト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78CBFF-5809-1383-C7FF-ABA814A4EB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95074"/>
            <a:ext cx="10515600" cy="1491915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kumimoji="1" lang="ja-JP" altLang="en-US" sz="9600" dirty="0">
                <a:solidFill>
                  <a:srgbClr val="FF0000"/>
                </a:solidFill>
              </a:rPr>
              <a:t>緊張感</a:t>
            </a:r>
            <a:r>
              <a:rPr kumimoji="1" lang="ja-JP" altLang="en-US" sz="6600" dirty="0"/>
              <a:t>と</a:t>
            </a:r>
            <a:r>
              <a:rPr kumimoji="1" lang="ja-JP" altLang="en-US" sz="9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達成感</a:t>
            </a:r>
          </a:p>
        </p:txBody>
      </p:sp>
    </p:spTree>
    <p:extLst>
      <p:ext uri="{BB962C8B-B14F-4D97-AF65-F5344CB8AC3E}">
        <p14:creationId xmlns:p14="http://schemas.microsoft.com/office/powerpoint/2010/main" val="1598347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3853A-3E00-E524-2E3E-8CA562B6B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C72B4E-DEE9-AE0B-EE4B-DB154B767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ゲーム</a:t>
            </a:r>
            <a:endParaRPr 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691BA5-6538-4075-7663-30B5CFCD3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3578"/>
            <a:ext cx="10515600" cy="527785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砂漠の真ん中に埋まっている男「ヤン」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ヤンを襲おうとする敵を倒し、救助が来るまでの三日間耐える。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「埋まっているヤン編」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プレイヤーは埋まった状態でカメラ方向だけ移動可能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061F9439-C204-749D-BD92-E52366234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736" y="4294667"/>
            <a:ext cx="4268064" cy="2399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532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A2783C-1E6B-F1FF-413B-958768C99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1255"/>
            <a:ext cx="10515600" cy="561548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三日間生きながらえて救助を待つ、耐えて救助されたらクリア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三日間耐えられず死んでしまったらゲームオーバー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敵から攻撃を受けないように倒していく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カメラは一人称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プレイヤーの攻撃は銃</a:t>
            </a:r>
            <a:endParaRPr lang="en-US" altLang="ja-JP" dirty="0"/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50351E75-4E68-8F42-730F-9E9196EA2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仕様</a:t>
            </a:r>
          </a:p>
        </p:txBody>
      </p:sp>
      <p:pic>
        <p:nvPicPr>
          <p:cNvPr id="2" name="図 1" descr="スクリーンショット #29">
            <a:extLst>
              <a:ext uri="{FF2B5EF4-FFF2-40B4-BE49-F238E27FC236}">
                <a16:creationId xmlns:a16="http://schemas.microsoft.com/office/drawing/2014/main" id="{75CC86E4-95A4-AFD9-3919-31C808A50D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46" y="3264331"/>
            <a:ext cx="5024582" cy="2826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584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112</Words>
  <Application>Microsoft Office PowerPoint</Application>
  <PresentationFormat>ワイド画面</PresentationFormat>
  <Paragraphs>29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テーマ</vt:lpstr>
      <vt:lpstr>ヤン</vt:lpstr>
      <vt:lpstr>ゲーム名:ヤンの三日間</vt:lpstr>
      <vt:lpstr>コンセプト</vt:lpstr>
      <vt:lpstr>ゲーム</vt:lpstr>
      <vt:lpstr>仕様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平山　光羽</dc:creator>
  <cp:lastModifiedBy>山下　成</cp:lastModifiedBy>
  <cp:revision>4</cp:revision>
  <dcterms:created xsi:type="dcterms:W3CDTF">2026-09-08T08:17:37Z</dcterms:created>
  <dcterms:modified xsi:type="dcterms:W3CDTF">2026-09-16T00:26:29Z</dcterms:modified>
</cp:coreProperties>
</file>